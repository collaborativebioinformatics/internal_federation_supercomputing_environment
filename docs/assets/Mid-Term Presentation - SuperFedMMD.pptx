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Questrial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Questrial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b8711de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b8711de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b8711de8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b8711de8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3298397c7c3ba58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3298397c7c3ba58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b8711de80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b8711de80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899961c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b899961c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b9edd0b6a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b9edd0b6a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b9edd0b6a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b9edd0b6a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b9edd0b6a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b9edd0b6a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9edd0b6a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9edd0b6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9edd0b6a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9edd0b6a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b9edd0b6a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b9edd0b6a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52983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Questrial"/>
                <a:ea typeface="Questrial"/>
                <a:cs typeface="Questrial"/>
                <a:sym typeface="Questrial"/>
              </a:rPr>
              <a:t>SuperFedMMD</a:t>
            </a:r>
            <a:endParaRPr b="1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669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0652"/>
              <a:buNone/>
            </a:pPr>
            <a:r>
              <a:rPr b="1" lang="en" sz="2300">
                <a:latin typeface="Questrial"/>
                <a:ea typeface="Questrial"/>
                <a:cs typeface="Questrial"/>
                <a:sym typeface="Questrial"/>
              </a:rPr>
              <a:t>Supercomputing-based Federated MultiModal Diagnostics</a:t>
            </a:r>
            <a:endParaRPr b="1" sz="2300"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0652"/>
              <a:buNone/>
            </a:pPr>
            <a:r>
              <a:t/>
            </a:r>
            <a:endParaRPr b="1" sz="2300"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0652"/>
              <a:buNone/>
            </a:pPr>
            <a:r>
              <a:rPr b="1" lang="en" sz="2300">
                <a:latin typeface="Questrial"/>
                <a:ea typeface="Questrial"/>
                <a:cs typeface="Questrial"/>
                <a:sym typeface="Questrial"/>
              </a:rPr>
              <a:t>Team 6 - Aditya, Elise, Kalle, Thomas, Martin, Shambhavi </a:t>
            </a:r>
            <a:endParaRPr b="1" sz="2300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225" y="4327263"/>
            <a:ext cx="11906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1175" y="4184388"/>
            <a:ext cx="7810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975" y="4112950"/>
            <a:ext cx="8382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325" y="1108500"/>
            <a:ext cx="8617351" cy="292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268" y="333575"/>
            <a:ext cx="5891732" cy="43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0" l="0" r="0" t="20547"/>
          <a:stretch/>
        </p:blipFill>
        <p:spPr>
          <a:xfrm>
            <a:off x="0" y="333575"/>
            <a:ext cx="3272174" cy="434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Questrial"/>
                <a:ea typeface="Questrial"/>
                <a:cs typeface="Questrial"/>
                <a:sym typeface="Questrial"/>
              </a:rPr>
              <a:t>Coherence Dataset  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6916" l="0" r="0" t="0"/>
          <a:stretch/>
        </p:blipFill>
        <p:spPr>
          <a:xfrm>
            <a:off x="1032319" y="572700"/>
            <a:ext cx="7531107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663" y="292500"/>
            <a:ext cx="7174525" cy="27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1176463" y="3086100"/>
            <a:ext cx="7068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initial indexing script identified 171 patients with three-way multimodal overlap across EHR, DNA, and DICOM, closely aligning with the paper's reported benchmark of ~172. </a:t>
            </a:r>
            <a:br>
              <a:rPr lang="en"/>
            </a:b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3525" y="3741775"/>
            <a:ext cx="6810476" cy="140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Fusion model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i="1" lang="en" sz="1100"/>
              <a:t>https://github.com/multimodal-healthcare/fusion</a:t>
            </a:r>
            <a:endParaRPr i="1"/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3138" l="2049" r="2221" t="0"/>
          <a:stretch/>
        </p:blipFill>
        <p:spPr>
          <a:xfrm>
            <a:off x="1641925" y="1179200"/>
            <a:ext cx="5916724" cy="391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Outcomes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Multimodal training for DICOM, DNA and tabular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Hyperparameter training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Slurm-based isolated* job orchestrations (not fully …. yet!)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CUDA-accelerated training of deep models in a federated manner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simple federated pipeline with NVFlare </a:t>
            </a:r>
            <a:r>
              <a:rPr lang="en"/>
              <a:t>for diverse data, simulating two biobanks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Leveraging sovereign supercomputing!</a:t>
            </a:r>
            <a:endParaRPr/>
          </a:p>
        </p:txBody>
      </p:sp>
      <p:pic>
        <p:nvPicPr>
          <p:cNvPr id="97" name="Google Shape;97;p19" title="Skærmbillede 2026-09-18 kl. 15.49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1050" y="3665928"/>
            <a:ext cx="3726725" cy="1224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NVFlare for GPU-accelerated FL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 title="Skærmbillede 2026-09-18 kl. 15.54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38" y="1076113"/>
            <a:ext cx="5618174" cy="356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 title="Skærmbillede 2026-09-18 kl. 15.55.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6725" y="1942550"/>
            <a:ext cx="5289248" cy="322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268" y="333575"/>
            <a:ext cx="5891732" cy="43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 rotWithShape="1">
          <a:blip r:embed="rId4">
            <a:alphaModFix/>
          </a:blip>
          <a:srcRect b="0" l="0" r="0" t="20547"/>
          <a:stretch/>
        </p:blipFill>
        <p:spPr>
          <a:xfrm>
            <a:off x="0" y="333575"/>
            <a:ext cx="3272174" cy="434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 title="round_metric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750" y="84775"/>
            <a:ext cx="6536852" cy="251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 title="round_metric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1838" y="2599925"/>
            <a:ext cx="6606674" cy="254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311700" y="1017725"/>
            <a:ext cx="8076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Questrial"/>
              <a:buChar char="-"/>
            </a:pPr>
            <a:r>
              <a:rPr lang="en" sz="16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In the Gefion proof of concept, the participating federation sites are logically separated workloads within a shared computing environment. </a:t>
            </a:r>
            <a:endParaRPr sz="16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However …</a:t>
            </a:r>
            <a:endParaRPr sz="16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Questrial"/>
              <a:buChar char="-"/>
            </a:pPr>
            <a:r>
              <a:rPr lang="en" sz="16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They are not equivalent to independently administered institutional environments or security-isolated enclaves. </a:t>
            </a:r>
            <a:endParaRPr sz="16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Questrial"/>
              <a:buChar char="-"/>
            </a:pPr>
            <a:r>
              <a:rPr lang="en" sz="16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The experiment therefore demonstrates federated orchestration </a:t>
            </a:r>
            <a:r>
              <a:rPr b="1" lang="en" sz="16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but</a:t>
            </a:r>
            <a:r>
              <a:rPr lang="en" sz="16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 does not by itself demonstrate protection against a privileged user with access to the shared environment.</a:t>
            </a:r>
            <a:endParaRPr sz="16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2414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